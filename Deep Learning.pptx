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8" r:id="rId2"/>
    <p:sldId id="269" r:id="rId3"/>
    <p:sldId id="270" r:id="rId4"/>
    <p:sldId id="916" r:id="rId5"/>
    <p:sldId id="920" r:id="rId6"/>
    <p:sldId id="941" r:id="rId7"/>
    <p:sldId id="938" r:id="rId8"/>
    <p:sldId id="940" r:id="rId9"/>
    <p:sldId id="939" r:id="rId10"/>
    <p:sldId id="259" r:id="rId11"/>
    <p:sldId id="268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6401F-147C-4521-AF46-BE5C64386B7C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7C916C-849A-44DE-917E-E17D065AE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552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9A410-EB98-37B4-D2FE-F0B1AABEC8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3DEE6-C1A8-5C27-E799-75E586CE0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9FCA4-149D-CC90-A587-B54C4F2F2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C97D-A37F-4193-87DE-D8FC5F62202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4351B-19DE-B4B2-7910-19BC1288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91346-F82C-EC3F-C0A4-49B1530E9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04DF-8089-4CB2-89B6-C6BE94EA9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284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397A4-6952-65E2-A137-1B561F0EE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04374-02A9-BD10-B9DC-81B974E1F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230D3-A5CD-5B0A-8B64-55AAD8758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C97D-A37F-4193-87DE-D8FC5F62202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123E6-75A1-BFF7-38DC-25A4C0F66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20CF2-26CA-E697-50D3-9E090620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04DF-8089-4CB2-89B6-C6BE94EA9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622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F55E-8239-5A85-9DA3-D9ED7B9CA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ED613-4B04-B9F8-466F-0FAA6B952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AE36F-9C67-688F-C2CB-C3356FB0E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C97D-A37F-4193-87DE-D8FC5F62202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F08C6-66C7-6B71-9DBA-22A316745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C35A3-35B9-10AE-EF88-F274B89A4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04DF-8089-4CB2-89B6-C6BE94EA9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237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0D527-A1AB-9DC6-A187-CED0C0BD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A4A47-2B70-DFF3-C744-BACBE4E67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7EA38-B1AB-FAE5-5D86-350F49F64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380C-52F7-1416-1645-8F8E22BBE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C97D-A37F-4193-87DE-D8FC5F62202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E3BE6-8A83-0919-9438-6B952BE65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3A7410-41CE-A2AC-06CA-79CA1DD94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04DF-8089-4CB2-89B6-C6BE94EA9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108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CF26F-3C6F-0934-16BF-4D664F827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4502E-D8ED-9720-DCD0-0B345266D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9D300-F7DD-8BDB-3316-3045247E56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E1F53A-5D68-63A4-1752-0B60B674D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750C1F-EC83-6D56-064E-4D44277A1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4D01DB-07D7-226A-DFFB-5BDBD1179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C97D-A37F-4193-87DE-D8FC5F62202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E70D07-2314-8165-3C53-64FA2ED4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4C6B0D-0329-C5C8-3FDE-AB2F672AC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04DF-8089-4CB2-89B6-C6BE94EA9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60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4E215-DC5D-B3AA-FCEE-DCC954F2A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FE2818-75D3-C24A-CEB3-C34876367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C97D-A37F-4193-87DE-D8FC5F62202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3D2766-D1AC-99E2-8401-712C94766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6B65D5-64DE-5FD0-D800-371675FA7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04DF-8089-4CB2-89B6-C6BE94EA9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80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3E5FC2-9A04-9EC1-550D-140B1866F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C97D-A37F-4193-87DE-D8FC5F62202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F57A54-F5C0-9D36-5805-6F5344B15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2F5FF-58C7-8A54-9A0A-F455BB03D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04DF-8089-4CB2-89B6-C6BE94EA9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60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92417-6F55-06E1-630C-0031660D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7EF47-29DD-C7CA-4809-444DA6F78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F209F-7511-852B-A563-B8A540B16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03CFD-05C0-81C4-96B4-08B22001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C97D-A37F-4193-87DE-D8FC5F62202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79D01-4328-66AF-C930-7323D90DC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156D3-3EDF-F065-0B29-64C407717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04DF-8089-4CB2-89B6-C6BE94EA9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707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7D0C4-53B9-6F61-FFB3-3FCEE0C2B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A8E7C6-D51D-4ED8-EBC0-FC709822E9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B9FF1-09FA-1200-65B0-4A5E7BC7B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453FB2-68CD-4E90-5ABB-61CC21AA9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C97D-A37F-4193-87DE-D8FC5F62202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BB497-49E9-B5D5-CD58-062DF77CB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D9F5E-C755-4FCD-6208-350C96919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04DF-8089-4CB2-89B6-C6BE94EA9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616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ABE46-F9ED-8ED3-9290-3C8F9C553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6E5758-4B94-FC41-1167-CED9EB069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526A6-ECFA-6E9A-DCAC-5BFFD8CF5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C97D-A37F-4193-87DE-D8FC5F62202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A457C-3CC7-F7DD-6F09-EDEE282F1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744B8-3592-F42D-5D9E-B20785AEB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04DF-8089-4CB2-89B6-C6BE94EA9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225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ED17E2-080A-30F4-9C40-4D8FE14475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FE7DEB-3085-4574-3E14-30AF16614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A55F5-5CC5-E2F2-6FA6-561E1EB1E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DC97D-A37F-4193-87DE-D8FC5F62202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3C452-6C1F-378F-FA42-B8550D56B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A46BF-FAE2-48CC-83AB-0971B1F7A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04DF-8089-4CB2-89B6-C6BE94EA9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2625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4434" y="1297218"/>
            <a:ext cx="6735935" cy="426356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687700" y="2194333"/>
            <a:ext cx="5636000" cy="190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9349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9A031C-A793-5695-0750-7BA663B69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F99C0-5F08-F859-12CE-9F18F00A6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544A9-5812-DC71-34B5-D0CBCE9F9B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DC97D-A37F-4193-87DE-D8FC5F62202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DEE15-04A3-4E60-8C71-58065236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DCB80-837A-CF3E-58FC-37D7F66CC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5904DF-8089-4CB2-89B6-C6BE94EA9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48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ctrTitle"/>
          </p:nvPr>
        </p:nvSpPr>
        <p:spPr>
          <a:xfrm>
            <a:off x="1461052" y="1928190"/>
            <a:ext cx="9720470" cy="1659835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sz="5400" dirty="0">
                <a:highlight>
                  <a:srgbClr val="FFFF00"/>
                </a:highlight>
                <a:latin typeface="Algerian" panose="04020705040A02060702" pitchFamily="82" charset="0"/>
              </a:rPr>
              <a:t>Generative ai-</a:t>
            </a:r>
            <a:br>
              <a:rPr lang="en-US" sz="5400" dirty="0">
                <a:highlight>
                  <a:srgbClr val="FFFF00"/>
                </a:highlight>
                <a:latin typeface="Algerian" panose="04020705040A02060702" pitchFamily="82" charset="0"/>
              </a:rPr>
            </a:br>
            <a:r>
              <a:rPr lang="en-US" sz="5400" dirty="0">
                <a:highlight>
                  <a:srgbClr val="FFFF00"/>
                </a:highlight>
                <a:latin typeface="Algerian" panose="04020705040A02060702" pitchFamily="82" charset="0"/>
              </a:rPr>
              <a:t>Foundation</a:t>
            </a:r>
            <a:br>
              <a:rPr lang="en-US" sz="5400" dirty="0">
                <a:highlight>
                  <a:srgbClr val="FFFF00"/>
                </a:highlight>
                <a:latin typeface="Algerian" panose="04020705040A02060702" pitchFamily="82" charset="0"/>
              </a:rPr>
            </a:br>
            <a:br>
              <a:rPr lang="en-US" sz="4000" dirty="0">
                <a:highlight>
                  <a:srgbClr val="FFFF00"/>
                </a:highlight>
                <a:latin typeface="Algerian" panose="04020705040A02060702" pitchFamily="82" charset="0"/>
              </a:rPr>
            </a:br>
            <a:r>
              <a:rPr lang="en-US" sz="4000" dirty="0">
                <a:highlight>
                  <a:srgbClr val="FFFF00"/>
                </a:highlight>
              </a:rPr>
              <a:t>Premalatha T</a:t>
            </a:r>
            <a:br>
              <a:rPr lang="en-US" sz="4000" dirty="0">
                <a:latin typeface="Algerian" panose="04020705040A02060702" pitchFamily="82" charset="0"/>
              </a:rPr>
            </a:br>
            <a:endParaRPr sz="4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683A9D-6457-5868-D8B2-50EB8E7C4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18" y="661601"/>
            <a:ext cx="11021963" cy="55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85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756753-C0B5-78F2-F98C-562E998F8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94" y="510227"/>
            <a:ext cx="9697803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6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AD59A5-BF47-136D-1090-6A84AEE10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529" y="241637"/>
            <a:ext cx="6098031" cy="4071944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395BC0EE-D2C1-9A84-504D-8736DD18F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121" y="4313581"/>
            <a:ext cx="7119533" cy="243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91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C6A97E-6ADE-2792-1E91-5E6F32BDAC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835" y="365126"/>
            <a:ext cx="5703875" cy="400965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FBE9A3-F82E-CAF3-5DED-9119B8141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094" y="365126"/>
            <a:ext cx="5145071" cy="28551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B7D31B-578C-94BF-063F-154722C54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792" y="4318950"/>
            <a:ext cx="7404651" cy="251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2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E7049D17-E07A-B955-C4A1-9D672FCB2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348" y="911558"/>
            <a:ext cx="8285752" cy="503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892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58BFB5-22A8-4255-2494-BE7B955F6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544" y="1805078"/>
            <a:ext cx="9207170" cy="27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18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6E3F4B-CA79-0C74-73E1-5F94F45EC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015" y="1199427"/>
            <a:ext cx="8349969" cy="445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08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1C12D9-ED65-C15E-6458-E699FFDCF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239" y="1228418"/>
            <a:ext cx="10544530" cy="313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29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60B8F1-3B69-EB1F-7CA3-1C366586D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361" y="456785"/>
            <a:ext cx="9869277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12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C17531-C626-D9E9-870C-0AB196E9B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639" y="791540"/>
            <a:ext cx="8687357" cy="488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561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60D5BD-4C35-C9B2-28E4-1F8439A0F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66" y="637785"/>
            <a:ext cx="9793067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30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1042E5-5955-96AB-5198-A49406414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800" y="752133"/>
            <a:ext cx="10703462" cy="532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713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789B0A-0B1F-49C8-0EA7-4AA390A21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816" y="499869"/>
            <a:ext cx="9391106" cy="585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468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DF73E7-49E2-838F-39D9-4FA85D1D2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177" y="594917"/>
            <a:ext cx="9821646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284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DF7CFC-4392-D55F-B061-FB513F7BF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766" y="851968"/>
            <a:ext cx="10855947" cy="493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808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24EC63-E3F3-AD3B-D515-9710F33C0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87" y="1409418"/>
            <a:ext cx="10031225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948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376772-ED59-091A-035B-326FAA487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098" y="547285"/>
            <a:ext cx="9697803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604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E5C79C-490E-44AA-7926-D9158E0A5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440" y="1176023"/>
            <a:ext cx="9993120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694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Office PowerPoint</Application>
  <PresentationFormat>Widescreen</PresentationFormat>
  <Paragraphs>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Algerian</vt:lpstr>
      <vt:lpstr>Arial</vt:lpstr>
      <vt:lpstr>Calibri</vt:lpstr>
      <vt:lpstr>Calibri Light</vt:lpstr>
      <vt:lpstr>Office Theme</vt:lpstr>
      <vt:lpstr>Generative ai- Foundation  Premalatha 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Latha T K</dc:creator>
  <cp:lastModifiedBy>Latha T K</cp:lastModifiedBy>
  <cp:revision>2</cp:revision>
  <dcterms:created xsi:type="dcterms:W3CDTF">2025-08-11T03:17:46Z</dcterms:created>
  <dcterms:modified xsi:type="dcterms:W3CDTF">2025-11-07T05:08:38Z</dcterms:modified>
</cp:coreProperties>
</file>